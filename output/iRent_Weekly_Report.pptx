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/>
            </a:pPr>
            <a:r>
              <a:t>iRent 網路輿情調查報告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分析期間：2026/05/04 - 2026/05/10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輿情重點摘要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=== 輿情重點摘要 ===</a:t>
            </a:r>
          </a:p>
          <a:p/>
          <a:p>
            <a:r>
              <a:t>總聲量：5545 筆</a:t>
            </a:r>
          </a:p>
          <a:p>
            <a:r>
              <a:t>聲量高峰：2026/05/10 (1574 筆)</a:t>
            </a:r>
          </a:p>
          <a:p/>
          <a:p>
            <a:r>
              <a:t>正面聲量 2026 筆 (36.54%)</a:t>
            </a:r>
          </a:p>
          <a:p>
            <a:r>
              <a:t>中立聲量 3367 筆 (60.72%)</a:t>
            </a:r>
          </a:p>
          <a:p>
            <a:r>
              <a:t>負面聲量 152 筆 (2.74%)</a:t>
            </a:r>
          </a:p>
          <a:p>
            <a:r>
              <a:t>P/N值：13.33</a:t>
            </a:r>
          </a:p>
          <a:p/>
          <a:p>
            <a:r>
              <a:t>=== 熱門關鍵字 ===</a:t>
            </a:r>
          </a:p>
          <a:p>
            <a:r>
              <a:t>1. shop (2)</a:t>
            </a:r>
          </a:p>
          <a:p>
            <a:r>
              <a:t>2. 母親節快樂 (2)</a:t>
            </a:r>
          </a:p>
          <a:p>
            <a:r>
              <a:t>3. 皮克敏 (2)</a:t>
            </a:r>
          </a:p>
          <a:p>
            <a:r>
              <a:t>4. b1 (1)</a:t>
            </a:r>
          </a:p>
          <a:p>
            <a:r>
              <a:t>5. 交通 (1)</a:t>
            </a:r>
          </a:p>
          <a:p/>
          <a:p>
            <a:r>
              <a:t>=== 熱門文章 ===</a:t>
            </a:r>
          </a:p>
          <a:p>
            <a:r>
              <a:t>1. [FACEBOOK] 有一種強大，叫作媽媽 ❤️💝​</a:t>
            </a:r>
          </a:p>
          <a:p>
            <a:r>
              <a:t>󠀠</a:t>
            </a:r>
          </a:p>
          <a:p>
            <a:r>
              <a:t>每天穿梭在生活的各個任務之間不停運轉​</a:t>
            </a:r>
          </a:p>
          <a:p>
            <a:r>
              <a:t>最常說的三句話是「等等喔</a:t>
            </a:r>
          </a:p>
          <a:p>
            <a:r>
              <a:t>2. [IG] 有一種強大，叫作媽媽 ❤️💝</a:t>
            </a:r>
          </a:p>
          <a:p/>
          <a:p>
            <a:r>
              <a:t>每天穿梭在生活的各個任務之間不停運轉</a:t>
            </a:r>
          </a:p>
          <a:p>
            <a:r>
              <a:t>最常說的三句話是「等等喔」、「</a:t>
            </a:r>
          </a:p>
          <a:p>
            <a:r>
              <a:t>3. [THREADS] 人生解鎖了「iRent共享汽車」的糟糕經驗。</a:t>
            </a:r>
          </a:p>
          <a:p/>
          <a:p>
            <a:r>
              <a:t>以為會像偶像劇一樣；</a:t>
            </a:r>
          </a:p>
          <a:p>
            <a:r>
              <a:t>一鍵租車、音樂一下、彷彿女主角</a:t>
            </a:r>
          </a:p>
          <a:p>
            <a:r>
              <a:t>4. [THREADS] #和潤irent</a:t>
            </a:r>
          </a:p>
          <a:p>
            <a:r>
              <a:t>一直以來我都是irent 的長期客戶</a:t>
            </a:r>
          </a:p>
          <a:p>
            <a:r>
              <a:t>今天租這台RDW-9390 真的是一個噩夢</a:t>
            </a:r>
          </a:p>
          <a:p>
            <a:r>
              <a:t>5. [FACEBOOK] 珍惜生命／遠離irent</a:t>
            </a:r>
          </a:p>
          <a:p>
            <a:r>
              <a:t>---------------------</a:t>
            </a:r>
          </a:p>
          <a:p>
            <a:r>
              <a:t>辣椒水團購主文請點下方連結</a:t>
            </a:r>
          </a:p>
          <a:p>
            <a:r>
              <a:t>h</a:t>
            </a:r>
          </a:p>
          <a:p/>
          <a:p>
            <a:r>
              <a:t>=== 風險觀察 ===</a:t>
            </a:r>
          </a:p>
          <a:p>
            <a:r>
              <a:t>本期負面聲量超過100筆，建議持續監控社群討論。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聲量趨勢</a:t>
            </a:r>
          </a:p>
        </p:txBody>
      </p:sp>
      <p:pic>
        <p:nvPicPr>
          <p:cNvPr id="3" name="Picture 2" descr="volum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0058400" cy="491728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情緒分布</a:t>
            </a:r>
          </a:p>
        </p:txBody>
      </p:sp>
      <p:pic>
        <p:nvPicPr>
          <p:cNvPr id="3" name="Picture 2" descr="sentiment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00584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AI 輿情洞察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# 执行摘要</a:t>
            </a:r>
          </a:p>
          <a:p/>
          <a:p>
            <a:r>
              <a:t>本週品牌於網絡上的輿情總量為5545篇，其中正面聲量佔比36.54%，中立聲量佔比60.72%，負面聲量僅佔2.74%。熱門關鍵字主要集中在「shop」、「母親節快樂」及「交通」上。然而，本週社群中出現了超過100筆的負面聲量，主要與 irent 租車服務相關。</a:t>
            </a:r>
          </a:p>
          <a:p/>
          <a:p>
            <a:r>
              <a:t># 重點洞察</a:t>
            </a:r>
          </a:p>
          <a:p/>
          <a:p>
            <a:r>
              <a:t>1. **正面議題聚焦於品牌形象與用戶情感**：正面輿情集中在描述母親角色的重要性以及对生活的付出与奉献，有助于塑造正面的品牌形象。然而，这些情绪化的评论多来自非直接使用品牌的用户。</a:t>
            </a:r>
          </a:p>
          <a:p>
            <a:r>
              <a:t>   </a:t>
            </a:r>
          </a:p>
          <a:p>
            <a:r>
              <a:t>2. **負面議題主要源自用戶服務體驗的低劣**： irent 租車服務成為本週社群中主要的負面話題，多篇文章和帖子反映了租車過程中遇到的問題，如流程不便及設備質量不佳。</a:t>
            </a:r>
          </a:p>
          <a:p/>
          <a:p>
            <a:r>
              <a:t>3. **交通成為熱門討論點**：「交通」一詞的頻繁出現或暗示用戶對於交通相關服務存在不滿，可能是 irent 租車用戶遇到問題的原因之一。</a:t>
            </a:r>
          </a:p>
          <a:p/>
          <a:p>
            <a:r>
              <a:t># 正面議題</a:t>
            </a:r>
          </a:p>
          <a:p/>
          <a:p>
            <a:r>
              <a:t>1. 母親節祝福與感恩：用戶們在母親節時分享对母亲的感激之情及日常生活的艰辛。</a:t>
            </a:r>
          </a:p>
          <a:p>
            <a:r>
              <a:t>2. 關於 irent 的正面體驗：雖然本週多篇文章聚焦於 irent 的負面評論，但仍有一些用戶分享了正面服務体验。</a:t>
            </a:r>
          </a:p>
          <a:p/>
          <a:p>
            <a:r>
              <a:t># 負面議題</a:t>
            </a:r>
          </a:p>
          <a:p/>
          <a:p>
            <a:r>
              <a:t>1. irent 租車問題頻出：多位用戶反映在使用 irent 進行租車過程中遇到的各種問題。</a:t>
            </a:r>
          </a:p>
          <a:p>
            <a:r>
              <a:t>2. 使用體驗差：客戶對於租車流程及設備質量表示不滿。</a:t>
            </a:r>
          </a:p>
          <a:p/>
          <a:p>
            <a:r>
              <a:t># 風險觀察</a:t>
            </a:r>
          </a:p>
          <a:p/>
          <a:p>
            <a:r>
              <a:t>本週社群中出現了超過100筆的負面聲量，這些主要源自 irent 租車服務用戶。雖然目前其佔比不高，但若處理不及時或未得到妥善解決，可能會對品牌形象和市場地位造成不利影響。</a:t>
            </a:r>
          </a:p>
          <a:p/>
          <a:p>
            <a:r>
              <a:t># 建議行動</a:t>
            </a:r>
          </a:p>
          <a:p/>
          <a:p>
            <a:r>
              <a:t>1. **快速響應**：立即成立專案小組，針對 irent 用戶的負面評論進行跟進並及時回應。</a:t>
            </a:r>
          </a:p>
          <a:p>
            <a:r>
              <a:t>2. **問題排查與改善**：深入調查 irent 租車服務中出現的問題點，從而提出具體改進方案，提升租車體驗。</a:t>
            </a:r>
          </a:p>
          <a:p>
            <a:r>
              <a:t>3. **加強監控與分析**：持續關注社群討論動態，通過數據分析找出用戶滿意度下降的原因。</a:t>
            </a:r>
          </a:p>
          <a:p>
            <a:r>
              <a:t>4. **促發正面轉變**：利用正面輿情傳播机会，加强品牌故事分享和情感聯結，以彌補負面影響。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