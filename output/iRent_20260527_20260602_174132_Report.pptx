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### 执行摘要</a:t>
            </a:r>
          </a:p>
          <a:p/>
          <a:p>
            <a:r>
              <a:t>根據本期品牌輿情分析，共有615篇聲量，其中正面聲量90筆（佔比14.63%），中立聲量179筆（佔比29.11%），負面聲量346筆（佔比56.26%）。P/N值為0.26，表明品牌仍存在較高的風險。熱門關鍵字包括“shorts”、“毒駕”等。本期社群討論主要集中在車禍事故及iRent租賃服務上。</a:t>
            </a:r>
          </a:p>
          <a:p/>
          <a:p>
            <a:r>
              <a:t>### 重點洞察</a:t>
            </a:r>
          </a:p>
          <a:p/>
          <a:p>
            <a:r>
              <a:t>1. **負面聲量佔比高**：此次分析的總體負面聲量達56.26%，表明品牌正面形象仍需努力改善。</a:t>
            </a:r>
          </a:p>
          <a:p>
            <a:r>
              <a:t>2. **熱門關鍵字指向事故事件**：“毒駕”、“車禍影片”等關鍵詞顯示社群對車禍事故的高度關注，尤其是涉及租車平台的不安全行為。</a:t>
            </a:r>
          </a:p>
          <a:p>
            <a:r>
              <a:t>3. **社群反饋集中於具體事例**：多篇文章提及實際發生的安全事故，如“南下路竹段車禍”，反映出用戶對品牌安全性的質疑。</a:t>
            </a:r>
          </a:p>
          <a:p/>
          <a:p>
            <a:r>
              <a:t>### 正面議題</a:t>
            </a:r>
          </a:p>
          <a:p/>
          <a:p>
            <a:r>
              <a:t>1. 少數正面評論集中在特斯拉Model Y的購買成本分析上。</a:t>
            </a:r>
          </a:p>
          <a:p>
            <a:r>
              <a:t>2. 有用戶分享了積極的生活態度和理性消費觀點，但比例較小。</a:t>
            </a:r>
          </a:p>
          <a:p/>
          <a:p>
            <a:r>
              <a:t>### 負面議題</a:t>
            </a:r>
          </a:p>
          <a:p/>
          <a:p>
            <a:r>
              <a:t>1. **車禍事件**：多篇文章提及在國道一號南下路竹段發生的車禍事故，涉及iRent租賃車輛。</a:t>
            </a:r>
          </a:p>
          <a:p>
            <a:r>
              <a:t>2. **安全問題**：“毒駕”關鍵詞顯示社群對司機酒後駕駛及不安全行為的高度關注。</a:t>
            </a:r>
          </a:p>
          <a:p>
            <a:r>
              <a:t>3. **品牌形象受損**：多篇文章提到用戶對品牌安全性的質疑和不滿。</a:t>
            </a:r>
          </a:p>
          <a:p/>
          <a:p>
            <a:r>
              <a:t>### 風險觀察</a:t>
            </a:r>
          </a:p>
          <a:p/>
          <a:p>
            <a:r>
              <a:t>本期負面聲量超過100筆，建議持續監控社群討論。尤其是車禍事故的相關內容需密切關注，以防進一步擴散造成更大影響。</a:t>
            </a:r>
          </a:p>
          <a:p/>
          <a:p>
            <a:r>
              <a:t>### 建議行動</a:t>
            </a:r>
          </a:p>
          <a:p/>
          <a:p>
            <a:r>
              <a:t>1. **積極回應與澄清**：對涉及品牌的安全事故進行及時回應，澄清事實並表明態度。</a:t>
            </a:r>
          </a:p>
          <a:p>
            <a:r>
              <a:t>2. **加強安全教育和倡導**：通過官方渠道宣傳交通安全知識，倡導用戶遵守交通規則，提高品牌社會責任感。</a:t>
            </a:r>
          </a:p>
          <a:p>
            <a:r>
              <a:t>3. **改善租車服務品質**：從硬件到 SOFTWARE 端全面檢討，確保所有出租車輛的安全性和可靠性，增強用戶信任度。</a:t>
            </a:r>
          </a:p>
          <a:p>
            <a:r>
              <a:t>4. **密切監控社群動向**：建立完善的輿情監測機制，及早發現潛在問題並快速反應。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