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/>
            </a:pPr>
            <a:r>
              <a:t>iRent 網路輿情調查報告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分析期間：2026/05/27 - 2026/06/02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輿情重點摘要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=== 輿情重點摘要 ===</a:t>
            </a:r>
          </a:p>
          <a:p/>
          <a:p>
            <a:r>
              <a:t>總聲量：615 筆</a:t>
            </a:r>
          </a:p>
          <a:p>
            <a:r>
              <a:t>聲量高峰：2026/06/01 (221 筆)</a:t>
            </a:r>
          </a:p>
          <a:p/>
          <a:p>
            <a:r>
              <a:t>正面聲量 90 筆 (14.63%)</a:t>
            </a:r>
          </a:p>
          <a:p>
            <a:r>
              <a:t>中立聲量 179 筆 (29.11%)</a:t>
            </a:r>
          </a:p>
          <a:p>
            <a:r>
              <a:t>負面聲量 346 筆 (56.26%)</a:t>
            </a:r>
          </a:p>
          <a:p>
            <a:r>
              <a:t>P/N值：0.26</a:t>
            </a:r>
          </a:p>
          <a:p/>
          <a:p>
            <a:r>
              <a:t>=== 熱門關鍵字 ===</a:t>
            </a:r>
          </a:p>
          <a:p>
            <a:r>
              <a:t>1. shorts (97)</a:t>
            </a:r>
          </a:p>
          <a:p>
            <a:r>
              <a:t>2. 毒駕 (3)</a:t>
            </a:r>
          </a:p>
          <a:p>
            <a:r>
              <a:t>3. reels (2)</a:t>
            </a:r>
          </a:p>
          <a:p>
            <a:r>
              <a:t>4. wowtchout (2)</a:t>
            </a:r>
          </a:p>
          <a:p>
            <a:r>
              <a:t>5. 你在路我在錄 (2)</a:t>
            </a:r>
          </a:p>
          <a:p/>
          <a:p>
            <a:r>
              <a:t>=== 熱門文章 ===</a:t>
            </a:r>
          </a:p>
          <a:p>
            <a:r>
              <a:t>1. [THREADS] #南下路竹段車禍</a:t>
            </a:r>
          </a:p>
          <a:p>
            <a:r>
              <a:t>珍惜生命遠離iRent.... </a:t>
            </a:r>
          </a:p>
          <a:p>
            <a:r>
              <a:t>(雖然這台Civic也差點害我中招....乾)</a:t>
            </a:r>
          </a:p>
          <a:p>
            <a:r>
              <a:t>2. [YOUTUBE] 【車禍影片】珍惜生命遠離iRent....（2026.05.30 國道一號南下高雄路竹段</a:t>
            </a:r>
          </a:p>
          <a:p>
            <a:r>
              <a:t>3. [THREADS] #特斯拉</a:t>
            </a:r>
          </a:p>
          <a:p>
            <a:r>
              <a:t>記錄一下 用租賃的方式 </a:t>
            </a:r>
          </a:p>
          <a:p>
            <a:r>
              <a:t>究竟買一台Model Y RWD 要準備多少錢？</a:t>
            </a:r>
          </a:p>
          <a:p>
            <a:r>
              <a:t>給在觀望特斯拉</a:t>
            </a:r>
          </a:p>
          <a:p>
            <a:r>
              <a:t>4. [FACEBOOK] 珍惜生命遠離iRent....前車已經煞車+減速了還再加速...</a:t>
            </a:r>
          </a:p>
          <a:p>
            <a:r>
              <a:t>5. [THREADS] #irent</a:t>
            </a:r>
          </a:p>
          <a:p>
            <a:r>
              <a:t>在林口 路過看到停這樣 超好笑 太懂停了</a:t>
            </a:r>
          </a:p>
          <a:p/>
          <a:p>
            <a:r>
              <a:t>=== 風險觀察 ===</a:t>
            </a:r>
          </a:p>
          <a:p>
            <a:r>
              <a:t>本期負面聲量超過100筆，建議持續監控社群討論。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聲量趨勢</a:t>
            </a:r>
          </a:p>
        </p:txBody>
      </p:sp>
      <p:pic>
        <p:nvPicPr>
          <p:cNvPr id="3" name="Picture 2" descr="volum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18244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情緒分布</a:t>
            </a:r>
          </a:p>
        </p:txBody>
      </p:sp>
      <p:pic>
        <p:nvPicPr>
          <p:cNvPr id="3" name="Picture 2" descr="sentiment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00584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熱門關鍵字 TOP10</a:t>
            </a:r>
          </a:p>
        </p:txBody>
      </p:sp>
      <p:pic>
        <p:nvPicPr>
          <p:cNvPr id="3" name="Picture 2" descr="keywor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59605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輿情洞察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# 執行摘要</a:t>
            </a:r>
          </a:p>
          <a:p/>
          <a:p>
            <a:r>
              <a:t>本週品牌輿情總聲量為615筆，其中正面聲量占比約14.63%，中立聲量佔比29.11%，而負面聲量則高達56.26%，P/N值為0.26。熱門關鍵字主要集中在短褲（shorts）和車禍事件上，顯示出公眾關注度集中在特定事件及活動上。</a:t>
            </a:r>
          </a:p>
          <a:p/>
          <a:p>
            <a:r>
              <a:t># 重點洞察</a:t>
            </a:r>
          </a:p>
          <a:p>
            <a:r>
              <a:t>(3點)</a:t>
            </a:r>
          </a:p>
          <a:p/>
          <a:p>
            <a:r>
              <a:t>1. **負面聲量占比较高**：本期品牌遭遇了較高的負面評論占比，特別是在車禍事件上的討論頻率顯著上升。這表明公共安全和消費者教育可能需要更多的關注。</a:t>
            </a:r>
          </a:p>
          <a:p>
            <a:r>
              <a:t>   </a:t>
            </a:r>
          </a:p>
          <a:p>
            <a:r>
              <a:t>2. **熱門關鍵字聚焦於特定活動或事件**：短褲（shorts）的高頻度出現，可能是由於品牌推廣或其他市場活動所致；而「毒駕」、「車禍影片」等关键词則指向了與公共安全相關的重大負面事件。</a:t>
            </a:r>
          </a:p>
          <a:p/>
          <a:p>
            <a:r>
              <a:t>3. **社群討論焦點集中**：社群中關於iRent和特斯拉的討論多數與車禍事故相關。這些負面評論不僅影響品牌形象，還可能引發法律及社會責任方面的關注。</a:t>
            </a:r>
          </a:p>
          <a:p/>
          <a:p>
            <a:r>
              <a:t># 正面議題</a:t>
            </a:r>
          </a:p>
          <a:p>
            <a:r>
              <a:t>在本期數據中，正面聲量主要集中在：</a:t>
            </a:r>
          </a:p>
          <a:p>
            <a:r>
              <a:t>- 透過短篇文章分享對租賃汽車品牌的態度和建議。</a:t>
            </a:r>
          </a:p>
          <a:p>
            <a:r>
              <a:t>- 分享使用特斯拉Model Y RWD的實際成本分析，內容較為客觀中立。</a:t>
            </a:r>
          </a:p>
          <a:p/>
          <a:p>
            <a:r>
              <a:t># 負面議題</a:t>
            </a:r>
          </a:p>
          <a:p/>
          <a:p>
            <a:r>
              <a:t>負面評論主要集中於：</a:t>
            </a:r>
          </a:p>
          <a:p>
            <a:r>
              <a:t>- iRent品牌涉及的車禍事故事件，包括駕駛員未遵守交通規則，導致交通事故發生。</a:t>
            </a:r>
          </a:p>
          <a:p>
            <a:r>
              <a:t>- 經濟因素討論：關於特斯拉Model Y RWD租賃成本的分析中，有些用戶提出對高租金的批評和不滿。</a:t>
            </a:r>
          </a:p>
          <a:p/>
          <a:p>
            <a:r>
              <a:t># 風險觀察</a:t>
            </a:r>
          </a:p>
          <a:p/>
          <a:p>
            <a:r>
              <a:t>本期負面聲量超過100筆，顯著影響品牌形象。特別是車禍事件和相關法律訴訟可能引發更嚴峻的風險，建議持續監控社群討論並及時做出反應。</a:t>
            </a:r>
          </a:p>
          <a:p/>
          <a:p>
            <a:r>
              <a:t># 建議行動</a:t>
            </a:r>
          </a:p>
          <a:p/>
          <a:p>
            <a:r>
              <a:t>1. **加強公共安全宣導**：針對近期多次出現的安全問題，進行更大範圍的公共安全教育倡導，以減少未來事故發生的可能性。</a:t>
            </a:r>
          </a:p>
          <a:p>
            <a:r>
              <a:t>   </a:t>
            </a:r>
          </a:p>
          <a:p>
            <a:r>
              <a:t>2. **積極應對負面評論**：針對車禍事件和相關法律問題，采取及時有效的溝通策略，與公眾保持透明且誠實的溝通渠道。</a:t>
            </a:r>
          </a:p>
          <a:p>
            <a:r>
              <a:t>   </a:t>
            </a:r>
          </a:p>
          <a:p>
            <a:r>
              <a:t>3. **監控社群動向**：持續監測網絡上的討論並快速回應，尤其是涉及安全問題的情況，及早消除負面影響。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關鍵字雲</a:t>
            </a:r>
          </a:p>
        </p:txBody>
      </p:sp>
      <p:pic>
        <p:nvPicPr>
          <p:cNvPr id="3" name="Picture 2" descr="keyword_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515600" cy="525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