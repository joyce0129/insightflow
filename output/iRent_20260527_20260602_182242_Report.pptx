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關鍵字雲</a:t>
            </a:r>
          </a:p>
        </p:txBody>
      </p:sp>
      <p:pic>
        <p:nvPicPr>
          <p:cNvPr id="3" name="Picture 2" descr="keyword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5156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網路關鍵領袖分析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6400800"/>
                <a:gridCol w="1828800"/>
              </a:tblGrid>
              <a:tr h="374072">
                <a:tc>
                  <a:txBody>
                    <a:bodyPr/>
                    <a:lstStyle/>
                    <a:p>
                      <a:r>
                        <a:rPr sz="1200"/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頻道名稱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聲量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和雲行動服務-iRent汽機車共享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4189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irent.tw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1080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kdwprincess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kurokawa06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翻轉國道交通違規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Dcard論壇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汽車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chihmaolinn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dinoonib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hollly332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執行摘要</a:t>
            </a:r>
          </a:p>
          <a:p>
            <a:r>
              <a:t>本次品牌輿情分析共收集到615筆 RELATED 資料，其中正面聲量占14.63%，中立聲量29.11%，負面聲量則佔56.26%。從熱門關鍵字和文章來看，「shorts」、「毒駕」、「車禍影片」等詞彙多次出現，顯示此次事件與交通安全相關，尤其是涉及到租車公司iRent的車禍事故。</a:t>
            </a:r>
          </a:p>
          <a:p/>
          <a:p>
            <a:r>
              <a:t># 重點洞察</a:t>
            </a:r>
          </a:p>
          <a:p>
            <a:r>
              <a:t>1. **負面聲量占大頭**：本次輿情中，超過一半的聲量呈現負面情緒，表明此事件對品牌帶來較大的不利影響。</a:t>
            </a:r>
          </a:p>
          <a:p>
            <a:r>
              <a:t>2. **熱門關鍵字指向安全問題**：「shorts」、「毒駕」和「車禍影片」等詞彙頻繁出現，反映公眾對租車公司運營安全性以及駕駛行為的關注和擔憂。</a:t>
            </a:r>
          </a:p>
          <a:p>
            <a:r>
              <a:t>3. **社群反響激烈**：多篇文章和貼文均涉及安全警示內容，顯示用戶參與度高且情感強烈。</a:t>
            </a:r>
          </a:p>
          <a:p/>
          <a:p>
            <a:r>
              <a:t># 正面議題</a:t>
            </a:r>
          </a:p>
          <a:p>
            <a:r>
              <a:t>正面聲量主要集中在用戶分享購買特斯拉Model Y RWD的經歷及相關財務考慮，此部分可以進一步利用來強化品牌正面形象。</a:t>
            </a:r>
          </a:p>
          <a:p/>
          <a:p>
            <a:r>
              <a:t># 負面議題</a:t>
            </a:r>
          </a:p>
          <a:p>
            <a:r>
              <a:t>負面議題集中於iRent公司的車禍事故及其相關安全問題，特別是「shorts」、「毒駕」等詞彙頻繁出現在用戶反饋中，表明公眾對此事件的關注度很高且情緒強烈。</a:t>
            </a:r>
          </a:p>
          <a:p/>
          <a:p>
            <a:r>
              <a:t># 風險觀察</a:t>
            </a:r>
          </a:p>
          <a:p>
            <a:r>
              <a:t>本期負面聲量超過100筆，建議持續監控社群討論，特別是與車禍、安全相關的討論。此外，需密切關注iRent公司官方態度和回應策略。</a:t>
            </a:r>
          </a:p>
          <a:p/>
          <a:p>
            <a:r>
              <a:t># 建議行動</a:t>
            </a:r>
          </a:p>
          <a:p>
            <a:r>
              <a:t>1. **積極處理負面信息**：針對涉及品牌的安全事故事件進行快速反應，澄清事實並公佈具體調查結果。</a:t>
            </a:r>
          </a:p>
          <a:p>
            <a:r>
              <a:t>2. **加強內部安全管理**：針對租車公司的安全管理進行審視和改進，確保所有駕駛員嚴格遵守交通規則。</a:t>
            </a:r>
          </a:p>
          <a:p>
            <a:r>
              <a:t>3. **推出正面宣传活动**：利用正面的特斯拉案例來提升品牌形象，例如分享用戶的成功購買經歷等。</a:t>
            </a:r>
          </a:p>
          <a:p>
            <a:r>
              <a:t>4. **密切跟踪舆论动态**：設立專人負責監控相關討論平台上的言論動向，並及時調研解決顧客疑慮。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