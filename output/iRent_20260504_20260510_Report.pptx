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分析期間：2026/05/04 - 2026/05/10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總聲量：5545 筆</a:t>
            </a:r>
          </a:p>
          <a:p>
            <a:r>
              <a:t>聲量高峰：2026/05/10 (1574 筆)</a:t>
            </a:r>
          </a:p>
          <a:p/>
          <a:p>
            <a:r>
              <a:t>正面聲量 2026 筆 (36.54%)</a:t>
            </a:r>
          </a:p>
          <a:p>
            <a:r>
              <a:t>中立聲量 3367 筆 (60.72%)</a:t>
            </a:r>
          </a:p>
          <a:p>
            <a:r>
              <a:t>負面聲量 152 筆 (2.74%)</a:t>
            </a:r>
          </a:p>
          <a:p>
            <a:r>
              <a:t>P/N值：13.33</a:t>
            </a:r>
          </a:p>
          <a:p/>
          <a:p>
            <a:r>
              <a:t>=== 熱門關鍵字 ===</a:t>
            </a:r>
          </a:p>
          <a:p>
            <a:r>
              <a:t>1. shop (2)</a:t>
            </a:r>
          </a:p>
          <a:p>
            <a:r>
              <a:t>2. 母親節快樂 (2)</a:t>
            </a:r>
          </a:p>
          <a:p>
            <a:r>
              <a:t>3. 皮克敏 (2)</a:t>
            </a:r>
          </a:p>
          <a:p>
            <a:r>
              <a:t>4. b1 (1)</a:t>
            </a:r>
          </a:p>
          <a:p>
            <a:r>
              <a:t>5. 交通 (1)</a:t>
            </a:r>
          </a:p>
          <a:p/>
          <a:p>
            <a:r>
              <a:t>=== 熱門文章 ===</a:t>
            </a:r>
          </a:p>
          <a:p>
            <a:r>
              <a:t>1. [FACEBOOK] 有一種強大，叫作媽媽 ❤️💝​</a:t>
            </a:r>
          </a:p>
          <a:p>
            <a:r>
              <a:t>󠀠</a:t>
            </a:r>
          </a:p>
          <a:p>
            <a:r>
              <a:t>每天穿梭在生活的各個任務之間不停運轉​</a:t>
            </a:r>
          </a:p>
          <a:p>
            <a:r>
              <a:t>最常說的三句話是「等等喔</a:t>
            </a:r>
          </a:p>
          <a:p>
            <a:r>
              <a:t>2. [IG] 有一種強大，叫作媽媽 ❤️💝</a:t>
            </a:r>
          </a:p>
          <a:p/>
          <a:p>
            <a:r>
              <a:t>每天穿梭在生活的各個任務之間不停運轉</a:t>
            </a:r>
          </a:p>
          <a:p>
            <a:r>
              <a:t>最常說的三句話是「等等喔」、「</a:t>
            </a:r>
          </a:p>
          <a:p>
            <a:r>
              <a:t>3. [THREADS] 人生解鎖了「iRent共享汽車」的糟糕經驗。</a:t>
            </a:r>
          </a:p>
          <a:p/>
          <a:p>
            <a:r>
              <a:t>以為會像偶像劇一樣；</a:t>
            </a:r>
          </a:p>
          <a:p>
            <a:r>
              <a:t>一鍵租車、音樂一下、彷彿女主角</a:t>
            </a:r>
          </a:p>
          <a:p>
            <a:r>
              <a:t>4. [THREADS] #和潤irent</a:t>
            </a:r>
          </a:p>
          <a:p>
            <a:r>
              <a:t>一直以來我都是irent 的長期客戶</a:t>
            </a:r>
          </a:p>
          <a:p>
            <a:r>
              <a:t>今天租這台RDW-9390 真的是一個噩夢</a:t>
            </a:r>
          </a:p>
          <a:p>
            <a:r>
              <a:t>5. [FACEBOOK] 珍惜生命／遠離irent</a:t>
            </a:r>
          </a:p>
          <a:p>
            <a:r>
              <a:t>---------------------</a:t>
            </a:r>
          </a:p>
          <a:p>
            <a:r>
              <a:t>辣椒水團購主文請點下方連結</a:t>
            </a:r>
          </a:p>
          <a:p>
            <a:r>
              <a:t>h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4917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shop：2 次</a:t>
            </a:r>
          </a:p>
          <a:p>
            <a:r>
              <a:t>2. 母親節快樂：2 次</a:t>
            </a:r>
          </a:p>
          <a:p>
            <a:r>
              <a:t>3. 皮克敏：2 次</a:t>
            </a:r>
          </a:p>
          <a:p>
            <a:r>
              <a:t>4. b1：1 次</a:t>
            </a:r>
          </a:p>
          <a:p>
            <a:r>
              <a:t>5. 交通：1 次</a:t>
            </a:r>
          </a:p>
          <a:p>
            <a:r>
              <a:t>6. 桃園：1 次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執行摘要</a:t>
            </a:r>
          </a:p>
          <a:p/>
          <a:p>
            <a:r>
              <a:t>本週品牌在全網的輿情數據總量為5,545筆，其中正面聲量占比最高，達36.54%，但負面聲量也達到了152筆。主要討論焦點集中在「shop」、「交通」等主題上。特別是 irent共享汽車 這個品牌，在社群中出現了多次抱怨，需要密切關注。</a:t>
            </a:r>
          </a:p>
          <a:p/>
          <a:p>
            <a:r>
              <a:t># 重點洞察</a:t>
            </a:r>
          </a:p>
          <a:p>
            <a:r>
              <a:t>(3點)</a:t>
            </a:r>
          </a:p>
          <a:p/>
          <a:p>
            <a:r>
              <a:t>1. **正面声量中心：母愛與生活**  </a:t>
            </a:r>
          </a:p>
          <a:p>
            <a:r>
              <a:t>   大部分正面聲量聚焦於母親節期間，用戶分享關於媽媽的溫馨故事。例如「每天穿梭在生活的各個任務之間不停運轉」等文章傳達了對媽媽們辛勞付出的感激之情。</a:t>
            </a:r>
          </a:p>
          <a:p/>
          <a:p>
            <a:r>
              <a:t>2. **負面声量中心： irent共享汽車**  </a:t>
            </a:r>
          </a:p>
          <a:p>
            <a:r>
              <a:t>   負面聲量主要源自於 irent 共享汽車品牌，用戶對其租車體驗表示不滿。特別是 irent 在 Threads 上出現多篇負面評論，提到「糟糕經驗」、「噩夢般的租車經歷」等內容。</a:t>
            </a:r>
          </a:p>
          <a:p/>
          <a:p>
            <a:r>
              <a:t>3. **中立聲量比例高**  </a:t>
            </a:r>
          </a:p>
          <a:p>
            <a:r>
              <a:t>   中立聲量佔比達60.72%，表明大部分用戶對品牌持中立態度。這可能與近期沒有重大事件或廣告推廣有關，建議通過更多積極的營銷策略來提升正面評價。</a:t>
            </a:r>
          </a:p>
          <a:p/>
          <a:p>
            <a:r>
              <a:t># 正面議題</a:t>
            </a:r>
          </a:p>
          <a:p/>
          <a:p>
            <a:r>
              <a:t>- 母親節主題內容</a:t>
            </a:r>
          </a:p>
          <a:p>
            <a:r>
              <a:t>- 品牌溫馨故事分享</a:t>
            </a:r>
          </a:p>
          <a:p>
            <a:r>
              <a:t>- 用户对妈妈们辛勤付出的认可和感激</a:t>
            </a:r>
          </a:p>
          <a:p/>
          <a:p>
            <a:r>
              <a:t># 負面議題</a:t>
            </a:r>
          </a:p>
          <a:p/>
          <a:p>
            <a:r>
              <a:t>- irent共享汽車租車体验差</a:t>
            </a:r>
          </a:p>
          <a:p>
            <a:r>
              <a:t>- 具体问题包括：操作不便、服務不佳等</a:t>
            </a:r>
          </a:p>
          <a:p>
            <a:r>
              <a:t>- 用戶對irent品牌的不滿情緒</a:t>
            </a:r>
          </a:p>
          <a:p/>
          <a:p>
            <a:r>
              <a:t># 風險觀察</a:t>
            </a:r>
          </a:p>
          <a:p/>
          <a:p>
            <a:r>
              <a:t>本期負面聲量超過100筆，特別是 irent共享汽車 的負面評論頻繁出現。建議持續監控社群討論，及時回應用戶的意見和問題，並採取具體措施改進服務質量。</a:t>
            </a:r>
          </a:p>
          <a:p/>
          <a:p>
            <a:r>
              <a:t># 建議行動</a:t>
            </a:r>
          </a:p>
          <a:p/>
          <a:p>
            <a:r>
              <a:t>1. **積極回應用戶意見**  </a:t>
            </a:r>
          </a:p>
          <a:p>
            <a:r>
              <a:t>   閱讀 irent 共享汽車的用戶評論，尤其是負面評論，並迅速做出反應。可以設立專門的客服渠道回應問題和處理投訴。</a:t>
            </a:r>
          </a:p>
          <a:p/>
          <a:p>
            <a:r>
              <a:t>2. **提升服務質量**  </a:t>
            </a:r>
          </a:p>
          <a:p>
            <a:r>
              <a:t>   考慮改善租車流程、提高客服效率及水平以減少負面意見。</a:t>
            </a:r>
          </a:p>
          <a:p/>
          <a:p>
            <a:r>
              <a:t>3. **加大正面宣傳力度**  </a:t>
            </a:r>
          </a:p>
          <a:p>
            <a:r>
              <a:t>   推廣與母愛相關的故事或活動，利用正面聲量吸引更多用戶關注和支持品牌。</a:t>
            </a:r>
          </a:p>
          <a:p/>
          <a:p>
            <a:r>
              <a:t>4. **監控社交平台動態**  </a:t>
            </a:r>
          </a:p>
          <a:p>
            <a:r>
              <a:t>   持續跟進 irent 在各個社群平台上的討論情況，確保及時捕捉和處理任何潛在風險。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