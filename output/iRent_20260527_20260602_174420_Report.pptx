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/>
            </a:pPr>
            <a:r>
              <a:t>iRent 網路輿情調查報告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分析期間：2026/05/27 - 2026/06/02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輿情重點摘要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=== 輿情重點摘要 ===</a:t>
            </a:r>
          </a:p>
          <a:p/>
          <a:p>
            <a:r>
              <a:t>總聲量：615 筆</a:t>
            </a:r>
          </a:p>
          <a:p>
            <a:r>
              <a:t>聲量高峰：2026/06/01 (221 筆)</a:t>
            </a:r>
          </a:p>
          <a:p/>
          <a:p>
            <a:r>
              <a:t>正面聲量 90 筆 (14.63%)</a:t>
            </a:r>
          </a:p>
          <a:p>
            <a:r>
              <a:t>中立聲量 179 筆 (29.11%)</a:t>
            </a:r>
          </a:p>
          <a:p>
            <a:r>
              <a:t>負面聲量 346 筆 (56.26%)</a:t>
            </a:r>
          </a:p>
          <a:p>
            <a:r>
              <a:t>P/N值：0.26</a:t>
            </a:r>
          </a:p>
          <a:p/>
          <a:p>
            <a:r>
              <a:t>=== 熱門關鍵字 ===</a:t>
            </a:r>
          </a:p>
          <a:p>
            <a:r>
              <a:t>1. shorts (97)</a:t>
            </a:r>
          </a:p>
          <a:p>
            <a:r>
              <a:t>2. 毒駕 (3)</a:t>
            </a:r>
          </a:p>
          <a:p>
            <a:r>
              <a:t>3. reels (2)</a:t>
            </a:r>
          </a:p>
          <a:p>
            <a:r>
              <a:t>4. wowtchout (2)</a:t>
            </a:r>
          </a:p>
          <a:p>
            <a:r>
              <a:t>5. 你在路我在錄 (2)</a:t>
            </a:r>
          </a:p>
          <a:p/>
          <a:p>
            <a:r>
              <a:t>=== 熱門文章 ===</a:t>
            </a:r>
          </a:p>
          <a:p>
            <a:r>
              <a:t>1. [THREADS] #南下路竹段車禍</a:t>
            </a:r>
          </a:p>
          <a:p>
            <a:r>
              <a:t>珍惜生命遠離iRent.... </a:t>
            </a:r>
          </a:p>
          <a:p>
            <a:r>
              <a:t>(雖然這台Civic也差點害我中招....乾)</a:t>
            </a:r>
          </a:p>
          <a:p>
            <a:r>
              <a:t>2. [YOUTUBE] 【車禍影片】珍惜生命遠離iRent....（2026.05.30 國道一號南下高雄路竹段</a:t>
            </a:r>
          </a:p>
          <a:p>
            <a:r>
              <a:t>3. [THREADS] #特斯拉</a:t>
            </a:r>
          </a:p>
          <a:p>
            <a:r>
              <a:t>記錄一下 用租賃的方式 </a:t>
            </a:r>
          </a:p>
          <a:p>
            <a:r>
              <a:t>究竟買一台Model Y RWD 要準備多少錢？</a:t>
            </a:r>
          </a:p>
          <a:p>
            <a:r>
              <a:t>給在觀望特斯拉</a:t>
            </a:r>
          </a:p>
          <a:p>
            <a:r>
              <a:t>4. [FACEBOOK] 珍惜生命遠離iRent....前車已經煞車+減速了還再加速...</a:t>
            </a:r>
          </a:p>
          <a:p>
            <a:r>
              <a:t>5. [THREADS] #irent</a:t>
            </a:r>
          </a:p>
          <a:p>
            <a:r>
              <a:t>在林口 路過看到停這樣 超好笑 太懂停了</a:t>
            </a:r>
          </a:p>
          <a:p/>
          <a:p>
            <a:r>
              <a:t>=== 風險觀察 ===</a:t>
            </a:r>
          </a:p>
          <a:p>
            <a:r>
              <a:t>本期負面聲量超過100筆，建議持續監控社群討論。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聲量趨勢</a:t>
            </a:r>
          </a:p>
        </p:txBody>
      </p:sp>
      <p:pic>
        <p:nvPicPr>
          <p:cNvPr id="3" name="Picture 2" descr="volu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1824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情緒分布</a:t>
            </a:r>
          </a:p>
        </p:txBody>
      </p:sp>
      <p:pic>
        <p:nvPicPr>
          <p:cNvPr id="3" name="Picture 2" descr="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0584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熱門關鍵字 TOP10</a:t>
            </a:r>
          </a:p>
        </p:txBody>
      </p:sp>
      <p:pic>
        <p:nvPicPr>
          <p:cNvPr id="3" name="Picture 2" descr="keywor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9605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輿情洞察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### 執行摘要</a:t>
            </a:r>
          </a:p>
          <a:p/>
          <a:p>
            <a:r>
              <a:t>本期品牌在社群上的總聲量為615筆，其中負面聲量佔比高達56.26%，表現較差。主要討論點集中在車禍事件及租車平台iRent的問題上。</a:t>
            </a:r>
          </a:p>
          <a:p/>
          <a:p>
            <a:r>
              <a:t>### 重點洞察</a:t>
            </a:r>
          </a:p>
          <a:p/>
          <a:p>
            <a:r>
              <a:t>1. **負面情緒集中於交通事故和安全問題**：多篇文章聚焦於車禍事件，顯示社會對交通安全的高度關注。</a:t>
            </a:r>
          </a:p>
          <a:p>
            <a:r>
              <a:t>2. **租車平台iRent受波及**：多篇報導涉及iRent，反映出用戶對於該平台安全性的質疑。</a:t>
            </a:r>
          </a:p>
          <a:p>
            <a:r>
              <a:t>3. **社群討論熱度不低**：聲量高峰日的221筆資訊表明該品牌在特定時間段內受到高程度關注。</a:t>
            </a:r>
          </a:p>
          <a:p/>
          <a:p>
            <a:r>
              <a:t>### 正面議題</a:t>
            </a:r>
          </a:p>
          <a:p/>
          <a:p>
            <a:r>
              <a:t>正面意見主要集中在：</a:t>
            </a:r>
          </a:p>
          <a:p>
            <a:r>
              <a:t>- 消費者對特斯拉Model Y RWD 的購買意願上，如「記錄一下 用租賃的方式 經究買一台Model Y RWD 要準備多少錢？」這篇內容被提及。</a:t>
            </a:r>
          </a:p>
          <a:p>
            <a:r>
              <a:t>- 少數用戶對於品牌或產品的正面評價，例如在Facebook上的留言「珍惜生命遠離iRent....前車已經煞車+減速了還再加速...」。</a:t>
            </a:r>
          </a:p>
          <a:p/>
          <a:p>
            <a:r>
              <a:t>### 負面議題</a:t>
            </a:r>
          </a:p>
          <a:p/>
          <a:p>
            <a:r>
              <a:t>負面意見主要集中在：</a:t>
            </a:r>
          </a:p>
          <a:p>
            <a:r>
              <a:t>1. **車禍事件**：如「[THREADS] #南下路竹段車禍 獨惜生命遠離iRent....」，用戶對此表示擔憂和不滿。</a:t>
            </a:r>
          </a:p>
          <a:p>
            <a:r>
              <a:t>2. **租車平台安全性**：多篇文章提到iRent存在風險，例如「[FACEBOOK] 珍惜生命遠離iRent....前車已經煞車+減速了還再加速...」。</a:t>
            </a:r>
          </a:p>
          <a:p/>
          <a:p>
            <a:r>
              <a:t>### 風險觀察</a:t>
            </a:r>
          </a:p>
          <a:p/>
          <a:p>
            <a:r>
              <a:t>本期負面聲量超過100筆，顯示社群對品牌的不滿情緒較高。建議持續監控社群討論，特別是在涉及安全問題和租車平台的議題上保持密切關注。</a:t>
            </a:r>
          </a:p>
          <a:p/>
          <a:p>
            <a:r>
              <a:t>### 建議行動</a:t>
            </a:r>
          </a:p>
          <a:p/>
          <a:p>
            <a:r>
              <a:t>1. **快速響應**：立即回應負面評論，公開表示關注用戶的安全及使用體驗。</a:t>
            </a:r>
          </a:p>
          <a:p>
            <a:r>
              <a:t>2. **安全宣導**：強化交通安全教育，提高用戶對安全問題的認識。</a:t>
            </a:r>
          </a:p>
          <a:p>
            <a:r>
              <a:t>3. **租車平台審查與監控**：加强对合作租車平台的審核和管理，提升其安全性。</a:t>
            </a:r>
          </a:p>
          <a:p>
            <a:r>
              <a:t>4. **正面形象塑造**：利用正向內容如特斯拉購買建議等進行品牌推廣，平衡負面影響。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