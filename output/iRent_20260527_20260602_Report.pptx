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/>
            </a:pPr>
            <a:r>
              <a:t>iRent 網路輿情調查報告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分析期間：2026/05/27 - 2026/06/02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輿情重點摘要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=== 輿情重點摘要 ===</a:t>
            </a:r>
          </a:p>
          <a:p/>
          <a:p>
            <a:r>
              <a:t>總聲量：615 筆</a:t>
            </a:r>
          </a:p>
          <a:p>
            <a:r>
              <a:t>聲量高峰：2026/06/01 (221 筆)</a:t>
            </a:r>
          </a:p>
          <a:p/>
          <a:p>
            <a:r>
              <a:t>正面聲量 90 筆 (14.63%)</a:t>
            </a:r>
          </a:p>
          <a:p>
            <a:r>
              <a:t>中立聲量 179 筆 (29.11%)</a:t>
            </a:r>
          </a:p>
          <a:p>
            <a:r>
              <a:t>負面聲量 346 筆 (56.26%)</a:t>
            </a:r>
          </a:p>
          <a:p>
            <a:r>
              <a:t>P/N值：0.26</a:t>
            </a:r>
          </a:p>
          <a:p/>
          <a:p>
            <a:r>
              <a:t>=== 熱門關鍵字 ===</a:t>
            </a:r>
          </a:p>
          <a:p>
            <a:r>
              <a:t>1. shorts (97)</a:t>
            </a:r>
          </a:p>
          <a:p>
            <a:r>
              <a:t>2. 毒駕 (3)</a:t>
            </a:r>
          </a:p>
          <a:p>
            <a:r>
              <a:t>3. reels (2)</a:t>
            </a:r>
          </a:p>
          <a:p>
            <a:r>
              <a:t>4. wowtchout (2)</a:t>
            </a:r>
          </a:p>
          <a:p>
            <a:r>
              <a:t>5. 你在路我在錄 (2)</a:t>
            </a:r>
          </a:p>
          <a:p/>
          <a:p>
            <a:r>
              <a:t>=== 熱門文章 ===</a:t>
            </a:r>
          </a:p>
          <a:p>
            <a:r>
              <a:t>1. [THREADS] #南下路竹段車禍</a:t>
            </a:r>
          </a:p>
          <a:p>
            <a:r>
              <a:t>珍惜生命遠離iRent.... </a:t>
            </a:r>
          </a:p>
          <a:p>
            <a:r>
              <a:t>(雖然這台Civic也差點害我中招....乾)</a:t>
            </a:r>
          </a:p>
          <a:p>
            <a:r>
              <a:t>2. [YOUTUBE] 【車禍影片】珍惜生命遠離iRent....（2026.05.30 國道一號南下高雄路竹段</a:t>
            </a:r>
          </a:p>
          <a:p>
            <a:r>
              <a:t>3. [THREADS] #特斯拉</a:t>
            </a:r>
          </a:p>
          <a:p>
            <a:r>
              <a:t>記錄一下 用租賃的方式 </a:t>
            </a:r>
          </a:p>
          <a:p>
            <a:r>
              <a:t>究竟買一台Model Y RWD 要準備多少錢？</a:t>
            </a:r>
          </a:p>
          <a:p>
            <a:r>
              <a:t>給在觀望特斯拉</a:t>
            </a:r>
          </a:p>
          <a:p>
            <a:r>
              <a:t>4. [FACEBOOK] 珍惜生命遠離iRent....前車已經煞車+減速了還再加速...</a:t>
            </a:r>
          </a:p>
          <a:p>
            <a:r>
              <a:t>5. [THREADS] #irent</a:t>
            </a:r>
          </a:p>
          <a:p>
            <a:r>
              <a:t>在林口 路過看到停這樣 超好笑 太懂停了</a:t>
            </a:r>
          </a:p>
          <a:p/>
          <a:p>
            <a:r>
              <a:t>=== 風險觀察 ===</a:t>
            </a:r>
          </a:p>
          <a:p>
            <a:r>
              <a:t>本期負面聲量超過100筆，建議持續監控社群討論。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聲量趨勢</a:t>
            </a:r>
          </a:p>
        </p:txBody>
      </p:sp>
      <p:pic>
        <p:nvPicPr>
          <p:cNvPr id="3" name="Picture 2" descr="volum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18244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情緒分布</a:t>
            </a:r>
          </a:p>
        </p:txBody>
      </p:sp>
      <p:pic>
        <p:nvPicPr>
          <p:cNvPr id="3" name="Picture 2" descr="sentiment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0584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熱門關鍵字 TOP10</a:t>
            </a:r>
          </a:p>
        </p:txBody>
      </p:sp>
      <p:pic>
        <p:nvPicPr>
          <p:cNvPr id="3" name="Picture 2" descr="keywor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9605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輿情洞察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 執行摘要</a:t>
            </a:r>
          </a:p>
          <a:p>
            <a:r>
              <a:t>此次輿情分析共收集到615篇關於iRent的網絡聲量，其中負面声量占比最大，為56.26%，主要涉及車禍事故、租賃方式和安全問題等。根據熱門關鍵字和文章，我們發現熱議焦點集中在“ shorts（短褲）”、“毒駕”以及與車禍相關的內容上。</a:t>
            </a:r>
          </a:p>
          <a:p/>
          <a:p>
            <a:r>
              <a:t># 重點洞察</a:t>
            </a:r>
          </a:p>
          <a:p>
            <a:r>
              <a:t>1. **負面聲量占比高**：本期總共有346篇負面評論，占總聲量的56.26%，表明公眾對iRent存在較高的不滿情緒。</a:t>
            </a:r>
          </a:p>
          <a:p>
            <a:r>
              <a:t>2. **熱議焦點在車禍事故上**：多篇文章涉及車禍事件和安全問題，顯示用戶對於iRent租賃車輛可能帶來的安全隱患十分關心。</a:t>
            </a:r>
          </a:p>
          <a:p>
            <a:r>
              <a:t>3. **“毒駕”成為關注點**：“毒駕”一詞出現頻率較高，反映出公眾對此類違法行為的強烈反對情緒。</a:t>
            </a:r>
          </a:p>
          <a:p/>
          <a:p>
            <a:r>
              <a:t># 正面議題</a:t>
            </a:r>
          </a:p>
          <a:p>
            <a:r>
              <a:t>正面聲量共有90篇（14.63%），主要集中於用戶分享使用iRent時的正向經歷和租賃過程中的便利性。例如在某些文章中，用戶提到iRent提供的車輛品質、服務態度等方面表現良好。</a:t>
            </a:r>
          </a:p>
          <a:p/>
          <a:p>
            <a:r>
              <a:t># 負面議題</a:t>
            </a:r>
          </a:p>
          <a:p>
            <a:r>
              <a:t>負面聲量主要集中在以下幾個方面：</a:t>
            </a:r>
          </a:p>
          <a:p>
            <a:r>
              <a:t>1. **車禍事故**：多篇文章提及涉及iRent租賃車輛的車禍事件。</a:t>
            </a:r>
          </a:p>
          <a:p>
            <a:r>
              <a:t>2. **安全問題**：“毒駕”相關的討論，顯示公眾對此非常關注。</a:t>
            </a:r>
          </a:p>
          <a:p>
            <a:r>
              <a:t>3. **租賃體驗差異大**：部分用戶提到在使用過程中遇到的一些不愉快經歷。</a:t>
            </a:r>
          </a:p>
          <a:p/>
          <a:p>
            <a:r>
              <a:t># 風險觀察</a:t>
            </a:r>
          </a:p>
          <a:p>
            <a:r>
              <a:t>根據分析結果，本期負面聲量已超過100筆，且主要集中於車禍事故和安全問題。建議持續監控社群討論動態，以防風險進一步擴散。</a:t>
            </a:r>
          </a:p>
          <a:p/>
          <a:p>
            <a:r>
              <a:t># 建議行動</a:t>
            </a:r>
          </a:p>
          <a:p>
            <a:r>
              <a:t>1. **積極回應公眾關切**：對於涉及車禍事故及安全問題的負面評論，公司應立即采取措施，公開道歉並澄清事實。</a:t>
            </a:r>
          </a:p>
          <a:p>
            <a:r>
              <a:t>2. **強化安全管理**：提升 Rental 訂單管理與車輛檢查機制，防止違法行為如毒駕發生，確保用戶權益不受侵害。</a:t>
            </a:r>
          </a:p>
          <a:p>
            <a:r>
              <a:t>3. **加強正面形象宣傳**：通過分享良好案例和用戶正向體驗，平衡輿論氛圍，提高公眾對iRent品牌的信任度。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