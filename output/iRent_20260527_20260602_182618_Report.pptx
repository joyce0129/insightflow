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/>
            </a:pPr>
            <a:r>
              <a:t>iRent 網路輿情調查報告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分析期間：2026/05/27 - 2026/06/02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輿情重點摘要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=== 輿情重點摘要 ===</a:t>
            </a:r>
          </a:p>
          <a:p/>
          <a:p>
            <a:r>
              <a:t>總聲量：615 筆</a:t>
            </a:r>
          </a:p>
          <a:p>
            <a:r>
              <a:t>聲量高峰：2026/06/01 (221 筆)</a:t>
            </a:r>
          </a:p>
          <a:p/>
          <a:p>
            <a:r>
              <a:t>正面聲量 90 筆 (14.63%)</a:t>
            </a:r>
          </a:p>
          <a:p>
            <a:r>
              <a:t>中立聲量 179 筆 (29.11%)</a:t>
            </a:r>
          </a:p>
          <a:p>
            <a:r>
              <a:t>負面聲量 346 筆 (56.26%)</a:t>
            </a:r>
          </a:p>
          <a:p>
            <a:r>
              <a:t>P/N值：0.26</a:t>
            </a:r>
          </a:p>
          <a:p/>
          <a:p>
            <a:r>
              <a:t>=== 熱門關鍵字 ===</a:t>
            </a:r>
          </a:p>
          <a:p>
            <a:r>
              <a:t>1. shorts (97)</a:t>
            </a:r>
          </a:p>
          <a:p>
            <a:r>
              <a:t>2. 毒駕 (3)</a:t>
            </a:r>
          </a:p>
          <a:p>
            <a:r>
              <a:t>3. reels (2)</a:t>
            </a:r>
          </a:p>
          <a:p>
            <a:r>
              <a:t>4. wowtchout (2)</a:t>
            </a:r>
          </a:p>
          <a:p>
            <a:r>
              <a:t>5. 你在路我在錄 (2)</a:t>
            </a:r>
          </a:p>
          <a:p/>
          <a:p>
            <a:r>
              <a:t>=== 熱門文章 ===</a:t>
            </a:r>
          </a:p>
          <a:p>
            <a:r>
              <a:t>1. [THREADS] #南下路竹段車禍</a:t>
            </a:r>
          </a:p>
          <a:p>
            <a:r>
              <a:t>珍惜生命遠離iRent.... </a:t>
            </a:r>
          </a:p>
          <a:p>
            <a:r>
              <a:t>(雖然這台Civic也差點害我中招....乾)</a:t>
            </a:r>
          </a:p>
          <a:p>
            <a:r>
              <a:t>2. [YOUTUBE] 【車禍影片】珍惜生命遠離iRent....（2026.05.30 國道一號南下高雄路竹段</a:t>
            </a:r>
          </a:p>
          <a:p>
            <a:r>
              <a:t>3. [THREADS] #特斯拉</a:t>
            </a:r>
          </a:p>
          <a:p>
            <a:r>
              <a:t>記錄一下 用租賃的方式 </a:t>
            </a:r>
          </a:p>
          <a:p>
            <a:r>
              <a:t>究竟買一台Model Y RWD 要準備多少錢？</a:t>
            </a:r>
          </a:p>
          <a:p>
            <a:r>
              <a:t>給在觀望特斯拉</a:t>
            </a:r>
          </a:p>
          <a:p>
            <a:r>
              <a:t>4. [FACEBOOK] 珍惜生命遠離iRent....前車已經煞車+減速了還再加速...</a:t>
            </a:r>
          </a:p>
          <a:p>
            <a:r>
              <a:t>5. [THREADS] #irent</a:t>
            </a:r>
          </a:p>
          <a:p>
            <a:r>
              <a:t>在林口 路過看到停這樣 超好笑 太懂停了</a:t>
            </a:r>
          </a:p>
          <a:p/>
          <a:p>
            <a:r>
              <a:t>=== 風險觀察 ===</a:t>
            </a:r>
          </a:p>
          <a:p>
            <a:r>
              <a:t>本期負面聲量超過100筆，建議持續監控社群討論。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聲量趨勢</a:t>
            </a:r>
          </a:p>
        </p:txBody>
      </p:sp>
      <p:pic>
        <p:nvPicPr>
          <p:cNvPr id="3" name="Picture 2" descr="volum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1824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情緒分布</a:t>
            </a:r>
          </a:p>
        </p:txBody>
      </p:sp>
      <p:pic>
        <p:nvPicPr>
          <p:cNvPr id="3" name="Picture 2" descr="sentimen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0584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熱門關鍵字 TOP10</a:t>
            </a:r>
          </a:p>
        </p:txBody>
      </p:sp>
      <p:pic>
        <p:nvPicPr>
          <p:cNvPr id="3" name="Picture 2" descr="keywor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9605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關鍵字雲</a:t>
            </a:r>
          </a:p>
        </p:txBody>
      </p:sp>
      <p:pic>
        <p:nvPicPr>
          <p:cNvPr id="3" name="Picture 2" descr="keyword_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5156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網路關鍵領袖分析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6400800"/>
                <a:gridCol w="1828800"/>
              </a:tblGrid>
              <a:tr h="374072">
                <a:tc>
                  <a:txBody>
                    <a:bodyPr/>
                    <a:lstStyle/>
                    <a:p>
                      <a:r>
                        <a:rPr sz="1200"/>
                        <a:t>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頻道名稱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聲量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和雲行動服務-iRent汽機車共享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4189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irent.tw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1080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kdwprincess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kurokawa06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翻轉國道交通違規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33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Dcard論壇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汽車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chihmaolinn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dinoonib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r>
                        <a:rPr sz="12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hollly332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輿情洞察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 执行摘要</a:t>
            </a:r>
          </a:p>
          <a:p/>
          <a:p>
            <a:r>
              <a:t>本次輿情分析總共有615篇相關內容，其中正面聲量佔比最小，為14.63%；中立聲量次之，占29.11%；負面聲量最多，達到了56.26%，表明公眾對品牌或事件的態度主要為负面。P/N值為0.26，顯示出整體輿情偏負面。</a:t>
            </a:r>
          </a:p>
          <a:p/>
          <a:p>
            <a:r>
              <a:t># 重点洞察</a:t>
            </a:r>
          </a:p>
          <a:p>
            <a:r>
              <a:t>(3点)</a:t>
            </a:r>
          </a:p>
          <a:p/>
          <a:p>
            <a:r>
              <a:t>1. **核心負面議題：毒駕與車禍** - 網路上的大部分討論集中在「南下路竹段車禍」相關內容上，這些內容多數涉及到iRent的品牌名稱，且多次提到「珍惜生命遠離iRent」這樣的警示性言論，反映了公眾對該品牌運營安全性的擔憂。</a:t>
            </a:r>
          </a:p>
          <a:p/>
          <a:p>
            <a:r>
              <a:t>2. **品牌形象受损** - 網民對於iRent的負面評論不僅限於車禍事件本身，還延伸到了其他方面如車輛質量、安全意識等。例如有網友分享租賃特斯拉Model Y RWD的成本和考慮因素，暗示了公眾對iRent服務的質疑。</a:t>
            </a:r>
          </a:p>
          <a:p/>
          <a:p>
            <a:r>
              <a:t>3. **正面聲量不足** - 負面聲量遠超正面聲量，反映出品牌缺乏有效正面形象建設，未能在公共議題中形成良好的 BRAND IDENTITY。這也提示企業需更多地傳達正面信息，以平衡整體輿情態勢。</a:t>
            </a:r>
          </a:p>
          <a:p/>
          <a:p>
            <a:r>
              <a:t># 正面议题</a:t>
            </a:r>
          </a:p>
          <a:p/>
          <a:p>
            <a:r>
              <a:t>- 无显著的正面讨论内容，主要集中在车祸和品牌安全问题上。如有关注特斯拉购买成本的文章，可以被视为潜在积极因素，但未能有效提升品牌形象或正面口碑。</a:t>
            </a:r>
          </a:p>
          <a:p/>
          <a:p>
            <a:r>
              <a:t># 负面议题</a:t>
            </a:r>
          </a:p>
          <a:p/>
          <a:p>
            <a:r>
              <a:t>1. **車禍事件** - 網路上多篇關於「南下路竹段車禍」的報導，這些內容主要集中在警告公眾遠離iRent，並強調安全的重要性。</a:t>
            </a:r>
          </a:p>
          <a:p>
            <a:r>
              <a:t>2. **品牌安全疑慮** - 有網友分享了在租用iRent車輛時遇到的一些問題，如停車方式等，這些都反映了公眾對品牌的不信任感。</a:t>
            </a:r>
          </a:p>
          <a:p>
            <a:r>
              <a:t>3. **駕駛行為與法律** - 討論中多次提到「毒駕」一詞，表明社會大眾對於交通違規行為的嚴厲批評。</a:t>
            </a:r>
          </a:p>
          <a:p/>
          <a:p>
            <a:r>
              <a:t># 风险观察</a:t>
            </a:r>
          </a:p>
          <a:p/>
          <a:p>
            <a:r>
              <a:t>本期負面聲量超過100筆，建議持續監控社群討論。這些內容主要集中在車禍事件和品牌安全問題上，如果處理不當可能會對品牌形象造成長期影響。</a:t>
            </a:r>
          </a:p>
          <a:p/>
          <a:p>
            <a:r>
              <a:t># 建议行动</a:t>
            </a:r>
          </a:p>
          <a:p/>
          <a:p>
            <a:r>
              <a:t>1. **迅速響應** - 與相關部門密切合作，及時公布事故調查結果和整改措施。</a:t>
            </a:r>
          </a:p>
          <a:p>
            <a:r>
              <a:t>2. **加強宣傳** - 通過多渠道積極傳達正面信息，強化品牌的安全意識和責任感。</a:t>
            </a:r>
          </a:p>
          <a:p>
            <a:r>
              <a:t>3. **改善服務質量** - 查漏補缺，確保車輛安全和租賃流程的透明度與可靠性。</a:t>
            </a:r>
          </a:p>
          <a:p>
            <a:r>
              <a:t>4. **社群監控** - 建立專門團隊對網路輿情進行實時跟蹤和分析，迅速採取措施平息負面情緒。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